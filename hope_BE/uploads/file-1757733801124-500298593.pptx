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59" r:id="rId5"/>
    <p:sldId id="261" r:id="rId6"/>
    <p:sldId id="262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16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21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7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728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18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373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546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7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29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7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86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017F1-D4E0-4532-8A06-E283F6513622}" type="datetimeFigureOut">
              <a:rPr lang="ko-KR" altLang="en-US" smtClean="0"/>
              <a:t>2017-10-12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60636-E50F-4988-9EAE-B0C13E564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71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40" y="0"/>
            <a:ext cx="8842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6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1141859" y="4313"/>
            <a:ext cx="6695728" cy="6709845"/>
            <a:chOff x="1141859" y="4313"/>
            <a:chExt cx="6695728" cy="670984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859" y="4313"/>
              <a:ext cx="6695728" cy="4453552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859" y="4437112"/>
              <a:ext cx="6695728" cy="22770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3148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31" y="0"/>
            <a:ext cx="8114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71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6280"/>
            <a:ext cx="9144000" cy="288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1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251520" y="56307"/>
            <a:ext cx="5292080" cy="6741368"/>
            <a:chOff x="2123728" y="116632"/>
            <a:chExt cx="5292080" cy="674136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3728" y="116632"/>
              <a:ext cx="5292080" cy="3453517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3728" y="3459312"/>
              <a:ext cx="5292080" cy="33986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4149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431540" y="0"/>
            <a:ext cx="4824536" cy="6858000"/>
            <a:chOff x="2843808" y="0"/>
            <a:chExt cx="4824536" cy="685800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3808" y="0"/>
              <a:ext cx="4824536" cy="3333593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3808" y="3327300"/>
              <a:ext cx="4824536" cy="3530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1085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화면 슬라이드 쇼(4:3)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</dc:creator>
  <cp:lastModifiedBy>kw</cp:lastModifiedBy>
  <cp:revision>3</cp:revision>
  <dcterms:created xsi:type="dcterms:W3CDTF">2017-10-12T03:47:10Z</dcterms:created>
  <dcterms:modified xsi:type="dcterms:W3CDTF">2017-10-12T04:14:58Z</dcterms:modified>
</cp:coreProperties>
</file>